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B08"/>
    <a:srgbClr val="006382"/>
    <a:srgbClr val="892F17"/>
    <a:srgbClr val="BD6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0"/>
  </p:normalViewPr>
  <p:slideViewPr>
    <p:cSldViewPr snapToGrid="0">
      <p:cViewPr varScale="1">
        <p:scale>
          <a:sx n="100" d="100"/>
          <a:sy n="100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FC9184-E790-4E01-257C-7C25F1729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7D5FE4A-497E-847D-374A-4D762EF42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9AEB29-B99D-87FA-1FF1-19F53F37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9FD6-E850-3043-86CD-647D47692B97}" type="datetimeFigureOut">
              <a:rPr kumimoji="1" lang="zh-TW" altLang="en-US" smtClean="0"/>
              <a:t>2026/6/25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EA36103-D07F-ED31-BD58-5E10A7992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CD1885-27BF-FA08-AF8A-7E4E8330D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5AA4-CFBF-D04D-BAA8-5A8580830A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56739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C9626A-EBD1-4DF4-192C-ABD687EDB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B63CAB-FF1C-C4DE-4B4D-032A95F4C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E2FE2F-F669-D381-1C2A-06C6A65AB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9FD6-E850-3043-86CD-647D47692B97}" type="datetimeFigureOut">
              <a:rPr kumimoji="1" lang="zh-TW" altLang="en-US" smtClean="0"/>
              <a:t>2026/6/25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889763-FF60-E90E-EBC7-75859F96B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EFA9B4-85DB-21E2-0457-3A979022B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5AA4-CFBF-D04D-BAA8-5A8580830A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87479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A52A4C-43A0-CE99-AD50-33085D11A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90D0B5A-E4D0-A079-84E9-DC1FAB370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A097A4-4897-8E1E-9271-FF5BB3A36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9FD6-E850-3043-86CD-647D47692B97}" type="datetimeFigureOut">
              <a:rPr kumimoji="1" lang="zh-TW" altLang="en-US" smtClean="0"/>
              <a:t>2026/6/25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A34E56-04F3-DAFD-CDB3-4E34929F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748FB3-B5F8-02FC-6BD2-A18981CFE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5AA4-CFBF-D04D-BAA8-5A8580830A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0132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147897-9DA6-9A33-6D22-AB8474A07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767A0C-3D2A-C1A0-4F90-BD6FECB9BB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FC78643-416C-78CA-97B8-EE4AF8CFB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CC2B099-7F58-39CA-469B-C340FA1D0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9FD6-E850-3043-86CD-647D47692B97}" type="datetimeFigureOut">
              <a:rPr kumimoji="1" lang="zh-TW" altLang="en-US" smtClean="0"/>
              <a:t>2026/6/25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8F9253-9B0F-9189-B63C-C1A4CFCC2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77BFBCD-D01D-CC5D-ACA8-F046AC51C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5AA4-CFBF-D04D-BAA8-5A8580830A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83438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FC359F-4D26-37F7-8C76-E7D3EF0F6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E66216-EA81-4B80-AE9D-51DBF66C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8166ECD-F7AC-626A-13DD-868158278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F89A46C-BE0C-2DDC-9441-A7C048404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82097C0-2B31-C425-3B35-7894051B63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7BE4CE5-01A0-3F20-1651-3F7710A6A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9FD6-E850-3043-86CD-647D47692B97}" type="datetimeFigureOut">
              <a:rPr kumimoji="1" lang="zh-TW" altLang="en-US" smtClean="0"/>
              <a:t>2026/6/25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50F8BF0-F3F6-595E-AE34-4D02A2008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B9667FE-F418-EA38-CF1A-6BCE8AB99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5AA4-CFBF-D04D-BAA8-5A8580830A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95597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820C5B-34CD-D52E-5E47-025EE346A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71A4512-DAAD-8756-3BCD-F6DA972EE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9FD6-E850-3043-86CD-647D47692B97}" type="datetimeFigureOut">
              <a:rPr kumimoji="1" lang="zh-TW" altLang="en-US" smtClean="0"/>
              <a:t>2026/6/25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21D11E5-F8C2-61A2-9DAC-0C88ED3DD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2D6E89D-8D07-3AA2-DA11-993FA1970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5AA4-CFBF-D04D-BAA8-5A8580830A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93036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CD91D7A-1A49-C2CB-8299-28440D5F0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9FD6-E850-3043-86CD-647D47692B97}" type="datetimeFigureOut">
              <a:rPr kumimoji="1" lang="zh-TW" altLang="en-US" smtClean="0"/>
              <a:t>2026/6/25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E77D802-22FA-9132-9FDF-944BD8C4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A29DBA-A067-EB22-29D3-AA3EFFB5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5AA4-CFBF-D04D-BAA8-5A8580830A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532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38318-601E-E51D-4AA5-78A173627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9BF02F-7115-86DE-EE11-8BC54B4EC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B6921BC-01C0-89D7-89DF-6C01C5A85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0BCD8C9-556D-8342-4C3B-C94507C3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9FD6-E850-3043-86CD-647D47692B97}" type="datetimeFigureOut">
              <a:rPr kumimoji="1" lang="zh-TW" altLang="en-US" smtClean="0"/>
              <a:t>2026/6/25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68A8D06-4000-07B6-7A06-271F6E883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D1AC6E7-A0E3-D2BC-DCCA-A521D0877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5AA4-CFBF-D04D-BAA8-5A8580830A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389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F04E57-980C-0B24-DA1C-61726DD88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BA05AC6-E560-5490-596F-04432CC045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E8B68B9-7518-CD37-2BF9-F0DF7B62B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BE76F6-C298-F541-E571-9006F8FCE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9FD6-E850-3043-86CD-647D47692B97}" type="datetimeFigureOut">
              <a:rPr kumimoji="1" lang="zh-TW" altLang="en-US" smtClean="0"/>
              <a:t>2026/6/25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E60700F-9CFA-EA0C-82E2-A2FD2866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E8996B9-B696-B16C-4B33-66EDF7E7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5AA4-CFBF-D04D-BAA8-5A8580830A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7503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D56C1A-0439-0D86-3F50-28F539BE2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8C31A0F-0537-6A37-6A1D-84D231AE6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4DB89A-6B09-2615-B725-5F0FDFF23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9FD6-E850-3043-86CD-647D47692B97}" type="datetimeFigureOut">
              <a:rPr kumimoji="1" lang="zh-TW" altLang="en-US" smtClean="0"/>
              <a:t>2026/6/25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E1A214-4850-3639-26DC-AF7B3E97C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F4F5EB-34A0-BE92-C17F-C98073BF5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5AA4-CFBF-D04D-BAA8-5A8580830A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24016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2A73292-D5F8-60F5-4932-EE2856E8A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7D0C704-B8C8-9749-C610-3F28309F2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A11BDB-4848-2C76-4B29-A007534B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9FD6-E850-3043-86CD-647D47692B97}" type="datetimeFigureOut">
              <a:rPr kumimoji="1" lang="zh-TW" altLang="en-US" smtClean="0"/>
              <a:t>2026/6/25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475E0F-315D-4F83-24E8-15C89E7D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B528A9-FC8F-469F-86F0-67748D63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5AA4-CFBF-D04D-BAA8-5A8580830A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04783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984CBBF-CBBF-0AAE-2F4B-CE10AE929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101317A-D92F-B2C1-4F4E-E598E9F43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68E962-152F-31F1-204A-7DBC29A44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B59FD6-E850-3043-86CD-647D47692B97}" type="datetimeFigureOut">
              <a:rPr kumimoji="1" lang="zh-TW" altLang="en-US" smtClean="0"/>
              <a:t>2026/6/25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F19EAD-4F9B-0953-273C-0ACE3922F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ACB5CC-87AB-30F2-BF22-202AA22DA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95AA4-CFBF-D04D-BAA8-5A8580830A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9224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>
            <a:extLst>
              <a:ext uri="{FF2B5EF4-FFF2-40B4-BE49-F238E27FC236}">
                <a16:creationId xmlns:a16="http://schemas.microsoft.com/office/drawing/2014/main" id="{3408A93D-F8AD-B41B-7D85-5CE6D26CD108}"/>
              </a:ext>
            </a:extLst>
          </p:cNvPr>
          <p:cNvSpPr/>
          <p:nvPr/>
        </p:nvSpPr>
        <p:spPr>
          <a:xfrm>
            <a:off x="571500" y="2146300"/>
            <a:ext cx="2501900" cy="1828800"/>
          </a:xfrm>
          <a:prstGeom prst="roundRect">
            <a:avLst/>
          </a:prstGeom>
          <a:solidFill>
            <a:srgbClr val="006B08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F636D244-37AB-F073-7446-7D48767FFE70}"/>
              </a:ext>
            </a:extLst>
          </p:cNvPr>
          <p:cNvSpPr/>
          <p:nvPr/>
        </p:nvSpPr>
        <p:spPr>
          <a:xfrm>
            <a:off x="3378200" y="2146300"/>
            <a:ext cx="2501900" cy="1828800"/>
          </a:xfrm>
          <a:prstGeom prst="roundRect">
            <a:avLst/>
          </a:prstGeom>
          <a:solidFill>
            <a:srgbClr val="006382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E2126985-4FB9-7F8D-5D3D-985A10DB5B79}"/>
              </a:ext>
            </a:extLst>
          </p:cNvPr>
          <p:cNvSpPr/>
          <p:nvPr/>
        </p:nvSpPr>
        <p:spPr>
          <a:xfrm>
            <a:off x="6184900" y="2146300"/>
            <a:ext cx="2501900" cy="1828800"/>
          </a:xfrm>
          <a:prstGeom prst="roundRect">
            <a:avLst/>
          </a:prstGeom>
          <a:solidFill>
            <a:srgbClr val="BD6E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304ABDBE-4C09-0844-0A54-18706E8B6113}"/>
              </a:ext>
            </a:extLst>
          </p:cNvPr>
          <p:cNvSpPr/>
          <p:nvPr/>
        </p:nvSpPr>
        <p:spPr>
          <a:xfrm>
            <a:off x="8991600" y="2146300"/>
            <a:ext cx="2501900" cy="1828800"/>
          </a:xfrm>
          <a:prstGeom prst="roundRect">
            <a:avLst/>
          </a:prstGeom>
          <a:solidFill>
            <a:srgbClr val="892F17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46193314-0CB6-1BA4-3DF2-6C41FAE601CA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073400" y="3060700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7FE3ED3B-02F4-64DD-24A7-D71CC913D597}"/>
              </a:ext>
            </a:extLst>
          </p:cNvPr>
          <p:cNvCxnSpPr/>
          <p:nvPr/>
        </p:nvCxnSpPr>
        <p:spPr>
          <a:xfrm>
            <a:off x="5880100" y="3048000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18F91BD6-65FA-5997-54CE-F4AE1F6D40ED}"/>
              </a:ext>
            </a:extLst>
          </p:cNvPr>
          <p:cNvCxnSpPr/>
          <p:nvPr/>
        </p:nvCxnSpPr>
        <p:spPr>
          <a:xfrm>
            <a:off x="8686800" y="3035300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0DAE272-B3B1-49E7-8BB4-7F00B389651B}"/>
              </a:ext>
            </a:extLst>
          </p:cNvPr>
          <p:cNvSpPr txBox="1"/>
          <p:nvPr/>
        </p:nvSpPr>
        <p:spPr>
          <a:xfrm>
            <a:off x="1065448" y="2602468"/>
            <a:ext cx="1514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 err="1">
                <a:solidFill>
                  <a:schemeClr val="bg1"/>
                </a:solidFill>
              </a:rPr>
              <a:t>PreProcessor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1FB3204-DF71-D220-1419-ACB105B7C066}"/>
              </a:ext>
            </a:extLst>
          </p:cNvPr>
          <p:cNvSpPr txBox="1"/>
          <p:nvPr/>
        </p:nvSpPr>
        <p:spPr>
          <a:xfrm>
            <a:off x="613176" y="2946400"/>
            <a:ext cx="2418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Geometry &amp; surface pt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84D9702-23A9-5FD0-F792-929294DA2D46}"/>
              </a:ext>
            </a:extLst>
          </p:cNvPr>
          <p:cNvSpPr txBox="1"/>
          <p:nvPr/>
        </p:nvSpPr>
        <p:spPr>
          <a:xfrm>
            <a:off x="1153644" y="3231634"/>
            <a:ext cx="133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-&gt; .</a:t>
            </a:r>
            <a:r>
              <a:rPr kumimoji="1" lang="en-US" altLang="zh-TW" dirty="0" err="1">
                <a:solidFill>
                  <a:schemeClr val="bg1"/>
                </a:solidFill>
              </a:rPr>
              <a:t>dat</a:t>
            </a:r>
            <a:r>
              <a:rPr kumimoji="1" lang="en-US" altLang="zh-TW" dirty="0">
                <a:solidFill>
                  <a:schemeClr val="bg1"/>
                </a:solidFill>
              </a:rPr>
              <a:t>/ .csv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9C9C971-E42D-4B67-BFA7-2A006C2108DA}"/>
              </a:ext>
            </a:extLst>
          </p:cNvPr>
          <p:cNvSpPr txBox="1"/>
          <p:nvPr/>
        </p:nvSpPr>
        <p:spPr>
          <a:xfrm>
            <a:off x="3740348" y="2551668"/>
            <a:ext cx="1777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Mesh Generator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63AD33D-08CF-A7C7-D2AD-8870D08783D4}"/>
              </a:ext>
            </a:extLst>
          </p:cNvPr>
          <p:cNvSpPr txBox="1"/>
          <p:nvPr/>
        </p:nvSpPr>
        <p:spPr>
          <a:xfrm>
            <a:off x="3354282" y="2868652"/>
            <a:ext cx="2549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Hybrid mesh generation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2E955E6-4D59-EA8F-7D2E-9ECA07066676}"/>
              </a:ext>
            </a:extLst>
          </p:cNvPr>
          <p:cNvSpPr txBox="1"/>
          <p:nvPr/>
        </p:nvSpPr>
        <p:spPr>
          <a:xfrm>
            <a:off x="3666673" y="3180834"/>
            <a:ext cx="1924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-&gt; VTK + STAR-CD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D407BD0-E3FE-C408-24B7-DC1002A00AF0}"/>
              </a:ext>
            </a:extLst>
          </p:cNvPr>
          <p:cNvSpPr txBox="1"/>
          <p:nvPr/>
        </p:nvSpPr>
        <p:spPr>
          <a:xfrm>
            <a:off x="6770732" y="2551668"/>
            <a:ext cx="1330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Core Solver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E2F7EDD-1E72-2A65-9E1F-0ECA70E46630}"/>
              </a:ext>
            </a:extLst>
          </p:cNvPr>
          <p:cNvSpPr txBox="1"/>
          <p:nvPr/>
        </p:nvSpPr>
        <p:spPr>
          <a:xfrm>
            <a:off x="6242248" y="2888734"/>
            <a:ext cx="2444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Execution + Monitoring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DF5CC55-7A69-D81F-D826-1AFC70288AD5}"/>
              </a:ext>
            </a:extLst>
          </p:cNvPr>
          <p:cNvSpPr txBox="1"/>
          <p:nvPr/>
        </p:nvSpPr>
        <p:spPr>
          <a:xfrm>
            <a:off x="6500850" y="3294102"/>
            <a:ext cx="1869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-&gt; </a:t>
            </a:r>
            <a:r>
              <a:rPr kumimoji="1" lang="en-US" altLang="zh-TW" dirty="0" err="1">
                <a:solidFill>
                  <a:schemeClr val="bg1"/>
                </a:solidFill>
              </a:rPr>
              <a:t>Tecplot</a:t>
            </a:r>
            <a:r>
              <a:rPr kumimoji="1" lang="en-US" altLang="zh-TW" dirty="0">
                <a:solidFill>
                  <a:schemeClr val="bg1"/>
                </a:solidFill>
              </a:rPr>
              <a:t> format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D7892D1-3F92-620C-188C-8F3D66216233}"/>
              </a:ext>
            </a:extLst>
          </p:cNvPr>
          <p:cNvSpPr txBox="1"/>
          <p:nvPr/>
        </p:nvSpPr>
        <p:spPr>
          <a:xfrm>
            <a:off x="9117530" y="2532102"/>
            <a:ext cx="2250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Results Visualization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56EDA45-E980-C3F3-80F1-7240CC9D02FE}"/>
              </a:ext>
            </a:extLst>
          </p:cNvPr>
          <p:cNvSpPr txBox="1"/>
          <p:nvPr/>
        </p:nvSpPr>
        <p:spPr>
          <a:xfrm>
            <a:off x="9444030" y="2917904"/>
            <a:ext cx="1597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 err="1">
                <a:solidFill>
                  <a:schemeClr val="bg1"/>
                </a:solidFill>
              </a:rPr>
              <a:t>Tecplot</a:t>
            </a:r>
            <a:r>
              <a:rPr kumimoji="1" lang="en-US" altLang="zh-TW" dirty="0">
                <a:solidFill>
                  <a:schemeClr val="bg1"/>
                </a:solidFill>
              </a:rPr>
              <a:t> parser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BC39B8D-FD77-F7B1-5BBE-31F4350E2580}"/>
              </a:ext>
            </a:extLst>
          </p:cNvPr>
          <p:cNvSpPr txBox="1"/>
          <p:nvPr/>
        </p:nvSpPr>
        <p:spPr>
          <a:xfrm>
            <a:off x="9291808" y="3315732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-&gt; graph/ contour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EC1E4C75-7DE6-0389-6F76-88FC2A890727}"/>
              </a:ext>
            </a:extLst>
          </p:cNvPr>
          <p:cNvSpPr/>
          <p:nvPr/>
        </p:nvSpPr>
        <p:spPr>
          <a:xfrm>
            <a:off x="3858658" y="4737100"/>
            <a:ext cx="2237342" cy="36933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dirty="0"/>
              <a:t>convert_mesh()</a:t>
            </a:r>
            <a:endParaRPr kumimoji="1" lang="zh-TW" altLang="en-US" dirty="0"/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C5F649DE-9F54-8501-66CD-B2D488B94786}"/>
              </a:ext>
            </a:extLst>
          </p:cNvPr>
          <p:cNvSpPr/>
          <p:nvPr/>
        </p:nvSpPr>
        <p:spPr>
          <a:xfrm>
            <a:off x="6317178" y="4737100"/>
            <a:ext cx="2237342" cy="36933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dirty="0"/>
              <a:t>parse_stdout()</a:t>
            </a:r>
            <a:endParaRPr kumimoji="1" lang="zh-TW" altLang="en-US" dirty="0"/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D75AD2FD-AA86-EC05-5F1E-D500B659040B}"/>
              </a:ext>
            </a:extLst>
          </p:cNvPr>
          <p:cNvSpPr/>
          <p:nvPr/>
        </p:nvSpPr>
        <p:spPr>
          <a:xfrm>
            <a:off x="8775698" y="4737100"/>
            <a:ext cx="2237342" cy="36933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dirty="0"/>
              <a:t>read_results(</a:t>
            </a:r>
            <a:r>
              <a:rPr lang="en-US" altLang="zh-TW" dirty="0"/>
              <a:t>)</a:t>
            </a:r>
            <a:endParaRPr kumimoji="1"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7F4420A3-86C5-FD26-E4C4-E4D35786B9B9}"/>
              </a:ext>
            </a:extLst>
          </p:cNvPr>
          <p:cNvSpPr txBox="1"/>
          <p:nvPr/>
        </p:nvSpPr>
        <p:spPr>
          <a:xfrm>
            <a:off x="6613444" y="5257800"/>
            <a:ext cx="1644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Solver Adaptor</a:t>
            </a:r>
            <a:endParaRPr kumimoji="1" lang="zh-TW" altLang="en-US" dirty="0"/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C46CF573-F240-4BD4-231D-AA29A4825BAA}"/>
              </a:ext>
            </a:extLst>
          </p:cNvPr>
          <p:cNvSpPr/>
          <p:nvPr/>
        </p:nvSpPr>
        <p:spPr>
          <a:xfrm>
            <a:off x="3666673" y="4305300"/>
            <a:ext cx="7700897" cy="14986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E59C180B-2F38-6237-D306-C49FCB190535}"/>
              </a:ext>
            </a:extLst>
          </p:cNvPr>
          <p:cNvCxnSpPr>
            <a:cxnSpLocks/>
            <a:stCxn id="5" idx="2"/>
            <a:endCxn id="28" idx="0"/>
          </p:cNvCxnSpPr>
          <p:nvPr/>
        </p:nvCxnSpPr>
        <p:spPr>
          <a:xfrm>
            <a:off x="4629150" y="3975100"/>
            <a:ext cx="348179" cy="762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D48803F2-2D62-D631-3B78-7CAC731CAE39}"/>
              </a:ext>
            </a:extLst>
          </p:cNvPr>
          <p:cNvCxnSpPr>
            <a:cxnSpLocks/>
            <a:stCxn id="6" idx="2"/>
            <a:endCxn id="29" idx="0"/>
          </p:cNvCxnSpPr>
          <p:nvPr/>
        </p:nvCxnSpPr>
        <p:spPr>
          <a:xfrm flipH="1">
            <a:off x="7435849" y="3975100"/>
            <a:ext cx="1" cy="762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16D582ED-1208-5371-A200-4C1942818715}"/>
              </a:ext>
            </a:extLst>
          </p:cNvPr>
          <p:cNvCxnSpPr>
            <a:cxnSpLocks/>
            <a:stCxn id="7" idx="2"/>
            <a:endCxn id="30" idx="0"/>
          </p:cNvCxnSpPr>
          <p:nvPr/>
        </p:nvCxnSpPr>
        <p:spPr>
          <a:xfrm flipH="1">
            <a:off x="9894369" y="3975100"/>
            <a:ext cx="348181" cy="762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176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47</Words>
  <Application>Microsoft Macintosh PowerPoint</Application>
  <PresentationFormat>寬螢幕</PresentationFormat>
  <Paragraphs>16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呂學叡</dc:creator>
  <cp:lastModifiedBy>呂學叡</cp:lastModifiedBy>
  <cp:revision>1</cp:revision>
  <dcterms:created xsi:type="dcterms:W3CDTF">2026-06-25T08:50:57Z</dcterms:created>
  <dcterms:modified xsi:type="dcterms:W3CDTF">2026-06-25T09:03:17Z</dcterms:modified>
</cp:coreProperties>
</file>